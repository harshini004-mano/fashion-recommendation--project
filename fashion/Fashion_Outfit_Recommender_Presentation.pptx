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Fashion Outfit Recommender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Personalized Outfit Suggestions Based on Weather and Place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sz="2000" dirty="0"/>
              <a:t>                         </a:t>
            </a:r>
            <a:r>
              <a:rPr sz="2000" dirty="0"/>
              <a:t>Department: </a:t>
            </a:r>
            <a:r>
              <a:rPr lang="en-IN" sz="2000" dirty="0"/>
              <a:t>computer science and engineering</a:t>
            </a:r>
            <a:endParaRPr sz="2000" dirty="0"/>
          </a:p>
          <a:p>
            <a:pPr marL="0" indent="0">
              <a:buNone/>
            </a:pPr>
            <a:r>
              <a:rPr lang="en-IN" sz="2000" dirty="0"/>
              <a:t>                         </a:t>
            </a:r>
            <a:r>
              <a:rPr sz="2000" dirty="0"/>
              <a:t>College: </a:t>
            </a:r>
            <a:r>
              <a:rPr lang="en-IN" sz="2000" dirty="0"/>
              <a:t>DSEC</a:t>
            </a:r>
            <a:endParaRPr sz="2000" dirty="0"/>
          </a:p>
          <a:p>
            <a:pPr marL="0" indent="0">
              <a:buNone/>
            </a:pPr>
            <a:r>
              <a:rPr lang="en-IN" sz="2000" dirty="0"/>
              <a:t>                         </a:t>
            </a:r>
            <a:r>
              <a:rPr sz="2000" dirty="0"/>
              <a:t>Under the Guidance of: [Guide’s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lgerian" panose="04020705040A02060702" pitchFamily="82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The fashion industry is evolving with AI-driven personalization.</a:t>
            </a:r>
          </a:p>
          <a:p>
            <a:r>
              <a:rPr dirty="0"/>
              <a:t>Choosing the right outfit based on weather and occasion is time-consuming.</a:t>
            </a:r>
          </a:p>
          <a:p>
            <a:r>
              <a:rPr dirty="0"/>
              <a:t>This project recommends suitable outfits based on temperature, gender, and place.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lgerian" panose="04020705040A02060702" pitchFamily="82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People struggle to decide what to wear for different conditions.</a:t>
            </a:r>
          </a:p>
          <a:p>
            <a:r>
              <a:t>Weather and events often affect clothing choices.</a:t>
            </a:r>
          </a:p>
          <a:p>
            <a:r>
              <a:t>A smart recommender can save time and enhance comfort.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lgerian" panose="04020705040A02060702" pitchFamily="82" charset="0"/>
              </a:rP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Develop a </a:t>
            </a:r>
            <a:r>
              <a:rPr dirty="0" err="1"/>
              <a:t>Streamlit</a:t>
            </a:r>
            <a:r>
              <a:rPr dirty="0"/>
              <a:t>-based web app.</a:t>
            </a:r>
          </a:p>
          <a:p>
            <a:pPr marL="0" indent="0">
              <a:buNone/>
            </a:pPr>
            <a:r>
              <a:rPr dirty="0"/>
              <a:t>• Recommend outfits according to gender, temperature, and place.</a:t>
            </a:r>
          </a:p>
          <a:p>
            <a:pPr marL="0" indent="0">
              <a:buNone/>
            </a:pPr>
            <a:r>
              <a:rPr dirty="0"/>
              <a:t>• Display sample outfit images and fashion tips.</a:t>
            </a:r>
          </a:p>
          <a:p>
            <a:pPr marL="0" indent="0">
              <a:buNone/>
            </a:pPr>
            <a:r>
              <a:rPr dirty="0"/>
              <a:t>• Make the UI colorful, user-friendly, and creative.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lgerian" panose="04020705040A02060702" pitchFamily="82" charset="0"/>
              </a:rP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Frontend: </a:t>
            </a:r>
            <a:r>
              <a:rPr dirty="0" err="1"/>
              <a:t>Streamlit</a:t>
            </a:r>
            <a:r>
              <a:rPr dirty="0"/>
              <a:t> (Python web framework)</a:t>
            </a:r>
          </a:p>
          <a:p>
            <a:r>
              <a:rPr dirty="0"/>
              <a:t>Backend: Python</a:t>
            </a:r>
          </a:p>
          <a:p>
            <a:r>
              <a:rPr dirty="0"/>
              <a:t>Libraries: PIL, OS, </a:t>
            </a:r>
            <a:r>
              <a:rPr dirty="0" err="1"/>
              <a:t>Streamlit</a:t>
            </a:r>
            <a:endParaRPr dirty="0"/>
          </a:p>
          <a:p>
            <a:r>
              <a:rPr dirty="0"/>
              <a:t>Tools: Anaconda, Sublime Text, </a:t>
            </a:r>
            <a:r>
              <a:rPr lang="en-IN" dirty="0"/>
              <a:t>VS code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lgerian" panose="04020705040A02060702" pitchFamily="82" charset="0"/>
              </a:rP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056239"/>
          </a:xfrm>
        </p:spPr>
        <p:txBody>
          <a:bodyPr/>
          <a:lstStyle/>
          <a:p>
            <a:r>
              <a:rPr dirty="0"/>
              <a:t> User Input </a:t>
            </a:r>
            <a:r>
              <a:rPr lang="en-IN" dirty="0"/>
              <a:t>,</a:t>
            </a:r>
            <a:r>
              <a:rPr dirty="0"/>
              <a:t>Data Processing </a:t>
            </a:r>
            <a:r>
              <a:rPr lang="en-IN" dirty="0"/>
              <a:t>,</a:t>
            </a:r>
            <a:r>
              <a:rPr dirty="0"/>
              <a:t>Outfit Rules </a:t>
            </a:r>
            <a:r>
              <a:rPr lang="en-IN" dirty="0"/>
              <a:t>,</a:t>
            </a:r>
            <a:r>
              <a:rPr dirty="0"/>
              <a:t> Image Retrieval</a:t>
            </a:r>
            <a:r>
              <a:rPr lang="en-IN" dirty="0"/>
              <a:t>,</a:t>
            </a:r>
            <a:r>
              <a:rPr dirty="0"/>
              <a:t>Recommendation Display.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584814E-F4B7-B085-5B89-6E85E8DE1002}"/>
              </a:ext>
            </a:extLst>
          </p:cNvPr>
          <p:cNvSpPr/>
          <p:nvPr/>
        </p:nvSpPr>
        <p:spPr>
          <a:xfrm>
            <a:off x="2939845" y="2453148"/>
            <a:ext cx="2104103" cy="4031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b="1" dirty="0"/>
              <a:t>USER INPUT</a:t>
            </a:r>
          </a:p>
        </p:txBody>
      </p:sp>
      <p:sp>
        <p:nvSpPr>
          <p:cNvPr id="5" name="Arrow: Down 4">
            <a:extLst>
              <a:ext uri="{FF2B5EF4-FFF2-40B4-BE49-F238E27FC236}">
                <a16:creationId xmlns:a16="http://schemas.microsoft.com/office/drawing/2014/main" id="{B8F8B2B4-D032-61BD-9F39-2CC7348E2AA5}"/>
              </a:ext>
            </a:extLst>
          </p:cNvPr>
          <p:cNvSpPr/>
          <p:nvPr/>
        </p:nvSpPr>
        <p:spPr>
          <a:xfrm>
            <a:off x="3864076" y="2856271"/>
            <a:ext cx="275303" cy="299883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3607E2E-6F87-1B4E-8259-EBC7B8A85690}"/>
              </a:ext>
            </a:extLst>
          </p:cNvPr>
          <p:cNvSpPr/>
          <p:nvPr/>
        </p:nvSpPr>
        <p:spPr>
          <a:xfrm>
            <a:off x="2939845" y="3156154"/>
            <a:ext cx="2104103" cy="49161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DATA PROCESSING</a:t>
            </a:r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40722DBC-8692-72D3-A1B0-9438E1A484A6}"/>
              </a:ext>
            </a:extLst>
          </p:cNvPr>
          <p:cNvSpPr/>
          <p:nvPr/>
        </p:nvSpPr>
        <p:spPr>
          <a:xfrm>
            <a:off x="3844410" y="3680619"/>
            <a:ext cx="294969" cy="310715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69D882F-2B8D-0143-0FA2-FCE854693D70}"/>
              </a:ext>
            </a:extLst>
          </p:cNvPr>
          <p:cNvSpPr/>
          <p:nvPr/>
        </p:nvSpPr>
        <p:spPr>
          <a:xfrm>
            <a:off x="2939845" y="4024413"/>
            <a:ext cx="2104103" cy="49161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b="1" dirty="0"/>
              <a:t>OUTFIT RULES</a:t>
            </a:r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D76ACF0B-2433-AE26-DDC8-5D521C1F3E68}"/>
              </a:ext>
            </a:extLst>
          </p:cNvPr>
          <p:cNvSpPr/>
          <p:nvPr/>
        </p:nvSpPr>
        <p:spPr>
          <a:xfrm>
            <a:off x="3864076" y="4534463"/>
            <a:ext cx="275303" cy="273511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9EE4C01-70D0-5E19-8712-C0F80528D539}"/>
              </a:ext>
            </a:extLst>
          </p:cNvPr>
          <p:cNvSpPr/>
          <p:nvPr/>
        </p:nvSpPr>
        <p:spPr>
          <a:xfrm>
            <a:off x="2949677" y="4817807"/>
            <a:ext cx="2104105" cy="56110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b="1" dirty="0"/>
              <a:t>IMAGE RETRIEVAL</a:t>
            </a:r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B024FD4B-EBA2-D283-7B34-971EEFCB51C4}"/>
              </a:ext>
            </a:extLst>
          </p:cNvPr>
          <p:cNvSpPr/>
          <p:nvPr/>
        </p:nvSpPr>
        <p:spPr>
          <a:xfrm>
            <a:off x="3893569" y="5412605"/>
            <a:ext cx="265473" cy="301780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D145CEE-8B05-03D6-BF50-ED17ACFCC07F}"/>
              </a:ext>
            </a:extLst>
          </p:cNvPr>
          <p:cNvSpPr/>
          <p:nvPr/>
        </p:nvSpPr>
        <p:spPr>
          <a:xfrm>
            <a:off x="2949676" y="5737123"/>
            <a:ext cx="2094271" cy="5193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b="1" dirty="0"/>
              <a:t>DISPLAY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lgerian" panose="04020705040A02060702" pitchFamily="82" charset="0"/>
              </a:rP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   </a:t>
            </a:r>
            <a:r>
              <a:rPr dirty="0"/>
              <a:t>1. User selects Category (Men/Women/Children)</a:t>
            </a:r>
          </a:p>
          <a:p>
            <a:pPr marL="0" indent="0">
              <a:buNone/>
            </a:pPr>
            <a:r>
              <a:rPr lang="en-IN" dirty="0"/>
              <a:t>   </a:t>
            </a:r>
            <a:r>
              <a:rPr dirty="0"/>
              <a:t>2. Selects Temperature</a:t>
            </a:r>
          </a:p>
          <a:p>
            <a:pPr marL="0" indent="0">
              <a:buNone/>
            </a:pPr>
            <a:r>
              <a:rPr lang="en-IN" dirty="0"/>
              <a:t>   </a:t>
            </a:r>
            <a:r>
              <a:rPr dirty="0"/>
              <a:t>3. Chooses Place</a:t>
            </a:r>
          </a:p>
          <a:p>
            <a:pPr marL="0" indent="0">
              <a:buNone/>
            </a:pPr>
            <a:r>
              <a:rPr lang="en-IN" dirty="0"/>
              <a:t>   </a:t>
            </a:r>
            <a:r>
              <a:rPr dirty="0"/>
              <a:t>4. App displays fashion tips, sample outfits, and images.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lgerian" panose="04020705040A02060702" pitchFamily="82" charset="0"/>
              </a:rPr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Dataset of outfit images categorized as:</a:t>
            </a:r>
          </a:p>
          <a:p>
            <a:r>
              <a:rPr dirty="0"/>
              <a:t>/images/</a:t>
            </a:r>
          </a:p>
          <a:p>
            <a:pPr marL="0" indent="0">
              <a:buNone/>
            </a:pPr>
            <a:r>
              <a:rPr lang="en-IN" dirty="0"/>
              <a:t>         </a:t>
            </a:r>
            <a:r>
              <a:rPr dirty="0"/>
              <a:t>  </a:t>
            </a:r>
            <a:r>
              <a:rPr lang="en-IN" dirty="0"/>
              <a:t>/</a:t>
            </a:r>
            <a:r>
              <a:rPr dirty="0"/>
              <a:t>men/hot/beach/</a:t>
            </a:r>
            <a:r>
              <a:rPr lang="en-IN" dirty="0"/>
              <a:t>…..</a:t>
            </a:r>
            <a:endParaRPr dirty="0"/>
          </a:p>
          <a:p>
            <a:pPr marL="0" indent="0">
              <a:buNone/>
            </a:pPr>
            <a:r>
              <a:rPr lang="en-IN" dirty="0"/>
              <a:t>        </a:t>
            </a:r>
            <a:r>
              <a:rPr dirty="0"/>
              <a:t>   /women/cold/restaurant/</a:t>
            </a:r>
            <a:r>
              <a:rPr lang="en-IN" dirty="0"/>
              <a:t>….</a:t>
            </a:r>
            <a:endParaRPr dirty="0"/>
          </a:p>
          <a:p>
            <a:pPr marL="0" indent="0">
              <a:buNone/>
            </a:pPr>
            <a:r>
              <a:rPr lang="en-IN" dirty="0"/>
              <a:t>        </a:t>
            </a:r>
            <a:r>
              <a:rPr dirty="0"/>
              <a:t>   /children/girl/sunny/park/</a:t>
            </a:r>
            <a:r>
              <a:rPr lang="en-IN" dirty="0"/>
              <a:t>….</a:t>
            </a:r>
            <a:endParaRPr dirty="0"/>
          </a:p>
          <a:p>
            <a:r>
              <a:rPr dirty="0"/>
              <a:t>Images labeled by gender, weather, and place.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lgerian" panose="04020705040A02060702" pitchFamily="82" charset="0"/>
              </a:rPr>
              <a:t>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Developed in Python using Streamlit.</a:t>
            </a:r>
          </a:p>
          <a:p>
            <a:r>
              <a:t>Displays four images per recommendation.</a:t>
            </a:r>
          </a:p>
          <a:p>
            <a:r>
              <a:t>Gradient background with colors: #CCA25A, #FFB16E, #FFF5B8, #45ADAB.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lgerian" panose="04020705040A02060702" pitchFamily="82" charset="0"/>
              </a:rPr>
              <a:t>Fashion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Examples:</a:t>
            </a:r>
            <a:endParaRPr lang="en-IN" dirty="0"/>
          </a:p>
          <a:p>
            <a:pPr marL="0" indent="0">
              <a:buNone/>
            </a:pPr>
            <a:endParaRPr dirty="0"/>
          </a:p>
          <a:p>
            <a:r>
              <a:rPr dirty="0"/>
              <a:t>Women + Hot: Light cotton dress 👗</a:t>
            </a:r>
          </a:p>
          <a:p>
            <a:r>
              <a:rPr dirty="0"/>
              <a:t>Men + Cold: Sweater + Jeans + Boots 🥾</a:t>
            </a:r>
          </a:p>
          <a:p>
            <a:r>
              <a:rPr dirty="0"/>
              <a:t>Children + Rainy: Raincoat + Boots 🌧️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lgerian" panose="04020705040A02060702" pitchFamily="82" charset="0"/>
              </a:rPr>
              <a:t>Output Screenshots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Add screenshots from your </a:t>
            </a:r>
            <a:r>
              <a:rPr dirty="0" err="1"/>
              <a:t>Streamlit</a:t>
            </a:r>
            <a:r>
              <a:rPr dirty="0"/>
              <a:t> app:</a:t>
            </a:r>
          </a:p>
          <a:p>
            <a:r>
              <a:rPr dirty="0"/>
              <a:t>Home Page</a:t>
            </a:r>
          </a:p>
          <a:p>
            <a:r>
              <a:rPr dirty="0"/>
              <a:t> Recommendation Screen</a:t>
            </a:r>
          </a:p>
          <a:p>
            <a:r>
              <a:rPr dirty="0"/>
              <a:t>Outfit Inspiration Section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lgerian" panose="04020705040A02060702" pitchFamily="82" charset="0"/>
              </a:rP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Successfully generates outfit tips and image recommendations.</a:t>
            </a:r>
          </a:p>
          <a:p>
            <a:r>
              <a:t>Interface tested for accuracy, usability, and speed.</a:t>
            </a:r>
          </a:p>
          <a:p>
            <a:r>
              <a:t>Supports all categories and weather types.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lgerian" panose="04020705040A02060702" pitchFamily="82" charset="0"/>
              </a:rP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✅ Easy-to-use web interface</a:t>
            </a:r>
          </a:p>
          <a:p>
            <a:r>
              <a:rPr dirty="0"/>
              <a:t>✅ Visual outfit inspiration</a:t>
            </a:r>
          </a:p>
          <a:p>
            <a:r>
              <a:rPr dirty="0"/>
              <a:t>✅ Personalized experience</a:t>
            </a:r>
          </a:p>
          <a:p>
            <a:r>
              <a:rPr dirty="0"/>
              <a:t>✅ Can be extended with APIs (weather, fashion trends)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lgerian" panose="04020705040A02060702" pitchFamily="82" charset="0"/>
              </a:rP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   </a:t>
            </a:r>
            <a:r>
              <a:rPr dirty="0"/>
              <a:t>• Add AI-based image generation.</a:t>
            </a:r>
          </a:p>
          <a:p>
            <a:pPr marL="0" indent="0">
              <a:buNone/>
            </a:pPr>
            <a:r>
              <a:rPr lang="en-IN" dirty="0"/>
              <a:t>   </a:t>
            </a:r>
            <a:r>
              <a:rPr dirty="0"/>
              <a:t>• Use real-time weather APIs.</a:t>
            </a:r>
          </a:p>
          <a:p>
            <a:pPr marL="0" indent="0">
              <a:buNone/>
            </a:pPr>
            <a:r>
              <a:rPr lang="en-IN" dirty="0"/>
              <a:t>   </a:t>
            </a:r>
            <a:r>
              <a:rPr dirty="0"/>
              <a:t>• Include user feedback &amp; ratings.</a:t>
            </a:r>
          </a:p>
          <a:p>
            <a:pPr marL="0" indent="0">
              <a:buNone/>
            </a:pPr>
            <a:r>
              <a:rPr lang="en-IN" dirty="0"/>
              <a:t>   </a:t>
            </a:r>
            <a:r>
              <a:rPr dirty="0"/>
              <a:t>• Add voice interaction.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lgerian" panose="04020705040A02060702" pitchFamily="82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complete fashion recommender built using Streamlit.</a:t>
            </a:r>
          </a:p>
          <a:p>
            <a:r>
              <a:t>Combines style, weather, and occasion into smart suggestions.</a:t>
            </a:r>
          </a:p>
          <a:p>
            <a:r>
              <a:t>Improves user convenience and outfit decisions.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lgerian" panose="04020705040A02060702" pitchFamily="82" charset="0"/>
              </a:rP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Streamlit Documentation</a:t>
            </a:r>
          </a:p>
          <a:p>
            <a:r>
              <a:t>Python.org</a:t>
            </a:r>
          </a:p>
          <a:p>
            <a:r>
              <a:t>IEEE Research Papers on Fashion AI</a:t>
            </a:r>
          </a:p>
          <a:p>
            <a:r>
              <a:t>Kaggle Datasets (Fashion &amp; Weather)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487</Words>
  <Application>Microsoft Office PowerPoint</Application>
  <PresentationFormat>On-screen Show (4:3)</PresentationFormat>
  <Paragraphs>81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Algerian</vt:lpstr>
      <vt:lpstr>Arial</vt:lpstr>
      <vt:lpstr>Calibri</vt:lpstr>
      <vt:lpstr>Office Theme</vt:lpstr>
      <vt:lpstr>Fashion Outfit Recommender System</vt:lpstr>
      <vt:lpstr>Introduction</vt:lpstr>
      <vt:lpstr>Problem Statement</vt:lpstr>
      <vt:lpstr>Objectives</vt:lpstr>
      <vt:lpstr>Technologies Used</vt:lpstr>
      <vt:lpstr>System Architecture</vt:lpstr>
      <vt:lpstr>Methodology</vt:lpstr>
      <vt:lpstr>Dataset</vt:lpstr>
      <vt:lpstr>Implementation</vt:lpstr>
      <vt:lpstr>Fashion Rules</vt:lpstr>
      <vt:lpstr>Output Screenshots</vt:lpstr>
      <vt:lpstr>Results</vt:lpstr>
      <vt:lpstr>Advantages</vt:lpstr>
      <vt:lpstr>Future Enhancements</vt:lpstr>
      <vt:lpstr>Conclusion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harshini manoharan</cp:lastModifiedBy>
  <cp:revision>2</cp:revision>
  <dcterms:created xsi:type="dcterms:W3CDTF">2013-01-27T09:14:16Z</dcterms:created>
  <dcterms:modified xsi:type="dcterms:W3CDTF">2025-10-23T04:33:00Z</dcterms:modified>
  <cp:category/>
</cp:coreProperties>
</file>